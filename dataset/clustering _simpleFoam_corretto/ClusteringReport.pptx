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9" r:id="rId1"/>
  </p:sldMasterIdLst>
  <p:notesMasterIdLst>
    <p:notesMasterId r:id="rId2"/>
  </p:notesMasterIdLst>
  <p:sldIdLst>
    <p:sldId id="256" r:id="rId8"/>
    <p:sldId id="257" r:id="rId9"/>
    <p:sldId id="258" r:id="rId10"/>
    <p:sldId id="259" r:id="rId11"/>
  </p:sldIdLst>
  <p:sldSz cx="12192000" cy="6858000"/>
  <p:notesSz cx="7099300" cy="10234613"/>
  <p:custDataLst>
    <p:tags r:id="rId3"/>
  </p:custDataLst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0000"/>
    <a:srgbClr val="006778"/>
    <a:srgbClr val="069EEA"/>
    <a:srgbClr val="00CC00"/>
    <a:srgbClr val="2A83C6"/>
    <a:srgbClr val="2584CB"/>
    <a:srgbClr val="1B85D5"/>
    <a:srgbClr val="1287DE"/>
    <a:srgbClr val="0E7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7" autoAdjust="0"/>
    <p:restoredTop sz="97826" autoAdjust="0"/>
  </p:normalViewPr>
  <p:slideViewPr>
    <p:cSldViewPr>
      <p:cViewPr varScale="1">
        <p:scale>
          <a:sx n="128" d="100"/>
          <a:sy n="128" d="100"/>
        </p:scale>
        <p:origin x="39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14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507" y="1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00" y="4860620"/>
            <a:ext cx="5680103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239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507" y="9721239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8F514EB5-0CBE-4FC2-9674-9BCE9143627E}" type="slidenum">
              <a:rPr lang="it-IT"/>
              <a:pPr>
                <a:defRPr/>
              </a:pPr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99825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374F70-12F7-44EE-927D-B7C4413C3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7A59AACC-D5F3-4CB1-BD20-0139AD08F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940" y="3054560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183AFA-6475-4EA8-B05D-1313E5391D31}"/>
              </a:ext>
            </a:extLst>
          </p:cNvPr>
          <p:cNvSpPr txBox="1"/>
          <p:nvPr userDrawn="1"/>
        </p:nvSpPr>
        <p:spPr>
          <a:xfrm>
            <a:off x="10336812" y="4491863"/>
            <a:ext cx="18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b="0" i="1" kern="1200" dirty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Document Version:</a:t>
            </a: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441DFF21-34E6-4D60-8C6B-5C75D1890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36812" y="4840064"/>
            <a:ext cx="1855188" cy="20280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E4443B-1830-104D-1230-F5A2CE207E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931" y="5239163"/>
            <a:ext cx="2932138" cy="87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D84A087B-C39C-7C6B-9E5E-6A16934BE9FA}"/>
              </a:ext>
            </a:extLst>
          </p:cNvPr>
          <p:cNvSpPr/>
          <p:nvPr userDrawn="1"/>
        </p:nvSpPr>
        <p:spPr>
          <a:xfrm>
            <a:off x="0" y="6021288"/>
            <a:ext cx="767408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92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374F70-12F7-44EE-927D-B7C4413C3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7A59AACC-D5F3-4CB1-BD20-0139AD08F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940" y="3054560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4779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BDA96AA5-C46D-4D48-8EFC-4F7AB66A2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E4402DA5-5EEE-41C7-A9DB-6BD8087F33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196975"/>
            <a:ext cx="11520851" cy="4824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1187922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08816" y="404664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3" name="Segnaposto immagine 2">
            <a:extLst>
              <a:ext uri="{FF2B5EF4-FFF2-40B4-BE49-F238E27FC236}">
                <a16:creationId xmlns:a16="http://schemas.microsoft.com/office/drawing/2014/main" id="{366A3390-FC43-49DB-A679-D9AC1D80A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05524" y="414075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Immagine2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816" y="6164664"/>
            <a:ext cx="5766163" cy="6933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F95B1DC0-56A3-4354-961F-FE27A94E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6187008"/>
            <a:ext cx="5769524" cy="6933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0228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0F15BC37-BBF4-4392-A151-C34BB913F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44273" y="619466"/>
            <a:ext cx="11903455" cy="41764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386" y="4869161"/>
            <a:ext cx="10527225" cy="12935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505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0F15BC37-BBF4-4392-A151-C34BB913F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9616" y="2164"/>
            <a:ext cx="6825936" cy="682561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</p:spTree>
    <p:extLst>
      <p:ext uri="{BB962C8B-B14F-4D97-AF65-F5344CB8AC3E}">
        <p14:creationId xmlns:p14="http://schemas.microsoft.com/office/powerpoint/2010/main" val="263797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08816" y="404664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F95B1DC0-56A3-4354-961F-FE27A94E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4962872"/>
            <a:ext cx="588718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434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13" name="Segnaposto immagine 2">
            <a:extLst>
              <a:ext uri="{FF2B5EF4-FFF2-40B4-BE49-F238E27FC236}">
                <a16:creationId xmlns:a16="http://schemas.microsoft.com/office/drawing/2014/main" id="{366A3390-FC43-49DB-A679-D9AC1D80A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05524" y="414075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Immagine2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816" y="4962872"/>
            <a:ext cx="588718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21483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4F96650-7E75-9235-6DBF-41D996ADC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C87DC9-58D2-F973-4598-1336A9CE578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28"/>
          <a:stretch/>
        </p:blipFill>
        <p:spPr bwMode="auto">
          <a:xfrm>
            <a:off x="45688" y="6101370"/>
            <a:ext cx="649712" cy="71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18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3" r:id="rId3"/>
    <p:sldLayoutId id="2147484004" r:id="rId4"/>
    <p:sldLayoutId id="2147484005" r:id="rId5"/>
    <p:sldLayoutId id="2147484008" r:id="rId6"/>
    <p:sldLayoutId id="2147484009" r:id="rId7"/>
    <p:sldLayoutId id="2147484010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Clustering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alpha</a:t>
            </a:r>
          </a:p>
          <a:p>
            <a:r>
              <a:t>2026-06-29 23:37:55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output_seep/MODELS/Ux-Ut-Ur_minmax/km/elbow.png</a:t>
            </a:r>
          </a:p>
        </p:txBody>
      </p:sp>
      <p:pic>
        <p:nvPicPr>
          <p:cNvPr id="4" name="Picture Placeholder 3" descr="elbow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656" r="12656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output_seep/MODELS/Ux-Ut-Ur_minmax/km/elbow_log.png</a:t>
            </a:r>
          </a:p>
        </p:txBody>
      </p:sp>
      <p:pic>
        <p:nvPicPr>
          <p:cNvPr id="4" name="Picture Placeholder 3" descr="elbow_log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656" r="12656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NC = 7time_0</a:t>
            </a:r>
          </a:p>
        </p:txBody>
      </p:sp>
      <p:pic>
        <p:nvPicPr>
          <p:cNvPr id="4" name="Picture Placeholder 3" descr="0-NC_7final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498" r="12498"/>
          <a:stretch>
            <a:fillRect/>
          </a:stretch>
        </p:blipFill>
        <p:spPr/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Diapositiva 1&quot;/&gt;&lt;property id=&quot;20307&quot; value=&quot;256&quot;/&gt;&lt;/object&gt;&lt;object type=&quot;3&quot; unique_id=&quot;10005&quot;&gt;&lt;property id=&quot;20148&quot; value=&quot;5&quot;/&gt;&lt;property id=&quot;20300&quot; value=&quot;Diapositiva 2&quot;/&gt;&lt;property id=&quot;20307&quot; value=&quot;258&quot;/&gt;&lt;/object&gt;&lt;object type=&quot;3&quot; unique_id=&quot;10006&quot;&gt;&lt;property id=&quot;20148&quot; value=&quot;5&quot;/&gt;&lt;property id=&quot;20300&quot; value=&quot;Diapositiva 3&quot;/&gt;&lt;property id=&quot;20307&quot; value=&quot;261&quot;/&gt;&lt;/object&gt;&lt;object type=&quot;3&quot; unique_id=&quot;10007&quot;&gt;&lt;property id=&quot;20148&quot; value=&quot;5&quot;/&gt;&lt;property id=&quot;20300&quot; value=&quot;Diapositiva 4&quot;/&gt;&lt;property id=&quot;20307&quot; value=&quot;284&quot;/&gt;&lt;/object&gt;&lt;object type=&quot;3&quot; unique_id=&quot;10008&quot;&gt;&lt;property id=&quot;20148&quot; value=&quot;5&quot;/&gt;&lt;property id=&quot;20300&quot; value=&quot;Diapositiva 5&quot;/&gt;&lt;property id=&quot;20307&quot; value=&quot;267&quot;/&gt;&lt;/object&gt;&lt;object type=&quot;3&quot; unique_id=&quot;10009&quot;&gt;&lt;property id=&quot;20148&quot; value=&quot;5&quot;/&gt;&lt;property id=&quot;20300&quot; value=&quot;Diapositiva 6&quot;/&gt;&lt;property id=&quot;20307&quot; value=&quot;268&quot;/&gt;&lt;/object&gt;&lt;object type=&quot;3&quot; unique_id=&quot;10010&quot;&gt;&lt;property id=&quot;20148&quot; value=&quot;5&quot;/&gt;&lt;property id=&quot;20300&quot; value=&quot;Diapositiva 7&quot;/&gt;&lt;property id=&quot;20307&quot; value=&quot;269&quot;/&gt;&lt;/object&gt;&lt;object type=&quot;3&quot; unique_id=&quot;10011&quot;&gt;&lt;property id=&quot;20148&quot; value=&quot;5&quot;/&gt;&lt;property id=&quot;20300&quot; value=&quot;Diapositiva 8&quot;/&gt;&lt;property id=&quot;20307&quot; value=&quot;275&quot;/&gt;&lt;/object&gt;&lt;object type=&quot;3&quot; unique_id=&quot;10012&quot;&gt;&lt;property id=&quot;20148&quot; value=&quot;5&quot;/&gt;&lt;property id=&quot;20300&quot; value=&quot;Diapositiva 9&quot;/&gt;&lt;property id=&quot;20307&quot; value=&quot;306&quot;/&gt;&lt;/object&gt;&lt;object type=&quot;3&quot; unique_id=&quot;10013&quot;&gt;&lt;property id=&quot;20148&quot; value=&quot;5&quot;/&gt;&lt;property id=&quot;20300&quot; value=&quot;Diapositiva 10&quot;/&gt;&lt;property id=&quot;20307&quot; value=&quot;293&quot;/&gt;&lt;/object&gt;&lt;object type=&quot;3&quot; unique_id=&quot;10014&quot;&gt;&lt;property id=&quot;20148&quot; value=&quot;5&quot;/&gt;&lt;property id=&quot;20300&quot; value=&quot;Diapositiva 11&quot;/&gt;&lt;property id=&quot;20307&quot; value=&quot;294&quot;/&gt;&lt;/object&gt;&lt;object type=&quot;3&quot; unique_id=&quot;10015&quot;&gt;&lt;property id=&quot;20148&quot; value=&quot;5&quot;/&gt;&lt;property id=&quot;20300&quot; value=&quot;Diapositiva 12&quot;/&gt;&lt;property id=&quot;20307&quot; value=&quot;282&quot;/&gt;&lt;/object&gt;&lt;object type=&quot;3&quot; unique_id=&quot;10016&quot;&gt;&lt;property id=&quot;20148&quot; value=&quot;5&quot;/&gt;&lt;property id=&quot;20300&quot; value=&quot;Diapositiva 13&quot;/&gt;&lt;property id=&quot;20307&quot; value=&quot;307&quot;/&gt;&lt;/object&gt;&lt;object type=&quot;3&quot; unique_id=&quot;10017&quot;&gt;&lt;property id=&quot;20148&quot; value=&quot;5&quot;/&gt;&lt;property id=&quot;20300&quot; value=&quot;Diapositiva 14&quot;/&gt;&lt;property id=&quot;20307&quot; value=&quot;300&quot;/&gt;&lt;/object&gt;&lt;object type=&quot;3&quot; unique_id=&quot;10018&quot;&gt;&lt;property id=&quot;20148&quot; value=&quot;5&quot;/&gt;&lt;property id=&quot;20300&quot; value=&quot;Diapositiva 15&quot;/&gt;&lt;property id=&quot;20307&quot; value=&quot;301&quot;/&gt;&lt;/object&gt;&lt;object type=&quot;3&quot; unique_id=&quot;10019&quot;&gt;&lt;property id=&quot;20148&quot; value=&quot;5&quot;/&gt;&lt;property id=&quot;20300&quot; value=&quot;Diapositiva 16&quot;/&gt;&lt;property id=&quot;20307&quot; value=&quot;303&quot;/&gt;&lt;/object&gt;&lt;object type=&quot;3&quot; unique_id=&quot;10020&quot;&gt;&lt;property id=&quot;20148&quot; value=&quot;5&quot;/&gt;&lt;property id=&quot;20300&quot; value=&quot;Diapositiva 17&quot;/&gt;&lt;property id=&quot;20307&quot; value=&quot;304&quot;/&gt;&lt;/object&gt;&lt;object type=&quot;3&quot; unique_id=&quot;10021&quot;&gt;&lt;property id=&quot;20148&quot; value=&quot;5&quot;/&gt;&lt;property id=&quot;20300&quot; value=&quot;Diapositiva 18&quot;/&gt;&lt;property id=&quot;20307&quot; value=&quot;28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0</vt:i4>
      </vt:variant>
    </vt:vector>
  </HeadingPairs>
  <TitlesOfParts>
    <vt:vector size="4" baseType="lpstr">
      <vt:lpstr>Arial</vt:lpstr>
      <vt:lpstr>Calibri</vt:lpstr>
      <vt:lpstr>Segoe UI</vt:lpstr>
      <vt:lpstr>Personalizza struttura</vt:lpstr>
    </vt:vector>
  </TitlesOfParts>
  <Company>Sapienza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falasca2</dc:creator>
  <cp:lastModifiedBy>Giovanni Delibra</cp:lastModifiedBy>
  <cp:revision>1601</cp:revision>
  <cp:lastPrinted>2018-09-28T10:00:06Z</cp:lastPrinted>
  <dcterms:created xsi:type="dcterms:W3CDTF">2010-01-11T11:03:53Z</dcterms:created>
  <dcterms:modified xsi:type="dcterms:W3CDTF">2022-09-28T09:18:52Z</dcterms:modified>
</cp:coreProperties>
</file>